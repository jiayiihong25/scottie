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and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is determined by the intersection of supply and demand curves.</a:t>
            </a:r>
          </a:p>
          <a:p>
            <a:r>
              <a:t>Equilibrium: the price at which quantity supplied equals quantity demanded.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Elasticity is defined as the responsiveness of quantity to price changes.</a:t>
            </a:r>
          </a:p>
          <a:p>
            <a:r>
              <a:t>Elastic goods: luxury items, goods with many substitutes.</a:t>
            </a:r>
          </a:p>
          <a:p>
            <a:r>
              <a:t>Inelastic goods: necessities, goods with few substitutes.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Markets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Externalities occur when a transaction affects a third party.</a:t>
            </a:r>
          </a:p>
          <a:p>
            <a:r>
              <a:t>For example, pollution from a factory imposes costs on nearby residents.</a:t>
            </a:r>
          </a:p>
          <a:p>
            <a:r>
              <a:t>This suggests markets alone cannot always allocate resources efficiently.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